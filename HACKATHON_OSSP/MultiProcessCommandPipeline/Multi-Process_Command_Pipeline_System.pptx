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be0fb98-342f-21a6-b9af-c5c96d59ad3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F2DADD"/>
          </a:solidFill>
          <a:ln/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11480"/>
            <a:ext cx="2560320" cy="113385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371600"/>
            <a:ext cx="43891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57200"/>
            <a:ext cx="2103120" cy="9326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 txBox="1"/>
          <p:nvPr/>
        </p:nvSpPr>
        <p:spPr>
          <a:xfrm>
            <a:off x="73152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Multi-Process Command Pipeline System  |  OS &amp; System Programming Hackathon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OS &amp; System Programming Hackathon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3716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Multi-Process Command Pipeline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C-Based Linux Application for Multi-Process Command Execution and Inter-Process Communication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Sindhuja — 2520080045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Jhanasri Thota — 2520090121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Alekhya — 2520090126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     Linux     GCC     GNU Make     GitHub</a:t>
            </a:r>
            <a:endParaRPr lang="en-US" sz="1400" dirty="0"/>
          </a:p>
        </p:txBody>
      </p:sp>
      <p:sp>
        <p:nvSpPr>
          <p:cNvPr id="7" name="TerminalBox"/>
          <p:cNvSpPr/>
          <p:nvPr/>
        </p:nvSpPr>
        <p:spPr>
          <a:xfrm>
            <a:off x="5943600" y="2103120"/>
            <a:ext cx="5760720" cy="393192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37744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user@ubuntu:~/pipeline$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log | grep ERROR | sort | uniq -c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P1: cat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pipe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P2: grep ERROR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pipe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P3: sort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pipe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P4: uniq -c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02 /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Users often need the output of one Linux command to become the input of the next.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Executing multiple commands as one connected workflow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Managing communication between processes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Redirecting input and output correctly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Synchronizing children and collecting exit statuses</a:t>
            </a:r>
            <a:endParaRPr lang="en-US" sz="1800" dirty="0"/>
          </a:p>
        </p:txBody>
      </p:sp>
      <p:sp>
        <p:nvSpPr>
          <p:cNvPr id="5" name="SolutionBox"/>
          <p:cNvSpPr/>
          <p:nvPr/>
        </p:nvSpPr>
        <p:spPr>
          <a:xfrm>
            <a:off x="6309360" y="2377440"/>
            <a:ext cx="5120640" cy="347472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Disconnected commands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cat     grep     sort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Connected pipeline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cat  →  grep  →  sort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Proposed solution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custom C pipeline executor that creates processes, connects commands using pipes, and reports execution information.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03 / Objectives and Proposed Solution</a:t>
            </a:r>
            <a:endParaRPr lang="en-US" sz="3000" dirty="0"/>
          </a:p>
        </p:txBody>
      </p:sp>
      <p:graphicFrame>
        <p:nvGraphicFramePr>
          <p:cNvPr id="4" name="Objective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589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Single pipeline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Run multiple commands together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fork()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Create child processes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pipe()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Connect processes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dup2()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Redirect stdin and stdout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execvp()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Execute each command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waitpid()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Collect process statuses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Execution report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Process IDs, exit statuses, elapsed time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User input  →  Parse  →  pipe + fork  →  dup2  →  execvp  →  waitpid  →  Output + report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04 / 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User Command  →  Command Parser  →  Stage Identification  →  Pipe Creation  →  fork() per stage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↓</a:t>
            </a:r>
            <a:endParaRPr lang="en-US" sz="2000" dirty="0"/>
          </a:p>
          <a:p>
            <a:pPr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dup2() redirection  →  execvp() execution  →  waitpid() sync  →  Execution Report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Process 1  —pipe—&gt;  Process 2  —pipe—&gt;  Process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 commands use N child processes and N-1 pipes. Each pipe links the stdout of one process to the stdin of the next.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05 / Technologies and OS Concepts</a:t>
            </a:r>
            <a:endParaRPr lang="en-US" sz="3000" dirty="0"/>
          </a:p>
        </p:txBody>
      </p:sp>
      <p:graphicFrame>
        <p:nvGraphicFramePr>
          <p:cNvPr id="6" name="Tech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Implements pipeline execution logic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Ubuntu Linux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Provides process and pipe interfaces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GCC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Compiles the C source code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GNU Make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Automates compilation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Git / GitHub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Version control and project hosting</a:t>
                      </a:r>
                      <a:endParaRPr lang="en-US" sz="16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nceptsBox"/>
          <p:cNvSpPr/>
          <p:nvPr/>
        </p:nvSpPr>
        <p:spPr>
          <a:xfrm>
            <a:off x="6766560" y="1737360"/>
            <a:ext cx="4663440" cy="365760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49440" y="19202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→ creates a child process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pipe() → creates a communication channel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 → redirects file descriptors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 → executes a command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 → waits for child termination and retrieves its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06 / Implementation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Read the pipeline entered by the user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Parse commands and arguments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Create pipes between adjacent commands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Create the required child processes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Connect stdin/stdout to pipe descriptors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Execute commands in child processes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Close unused pipe descriptors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Wait for processes and collect statuses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Display execution information</a:t>
            </a:r>
            <a:endParaRPr lang="en-US" sz="1800" dirty="0"/>
          </a:p>
        </p:txBody>
      </p:sp>
      <p:sp>
        <p:nvSpPr>
          <p:cNvPr id="4" name="CodeBox"/>
          <p:cNvSpPr/>
          <p:nvPr/>
        </p:nvSpPr>
        <p:spPr>
          <a:xfrm>
            <a:off x="6583680" y="1737360"/>
            <a:ext cx="4846320" cy="310896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9202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process (one pipeline stage)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pipe(fd);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pid = fork();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dup2(fd[1], STDOUT_FILENO);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close(fd[0]);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close(fd[1]);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execvp(args[0], args);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Illustration of pipe-connected process execution, not the complete implementation.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07 / Working Demonstration</a:t>
            </a:r>
            <a:endParaRPr lang="en-US" sz="3000" dirty="0"/>
          </a:p>
        </p:txBody>
      </p:sp>
      <p:sp>
        <p:nvSpPr>
          <p:cNvPr id="3" name="TerminalBox"/>
          <p:cNvSpPr/>
          <p:nvPr/>
        </p:nvSpPr>
        <p:spPr>
          <a:xfrm>
            <a:off x="731520" y="1737360"/>
            <a:ext cx="6400800" cy="274320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user@ubuntu:~/pipeline$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data/sample.log | grep ERROR | sort | uniq -c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ERROR Database connection failed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ERROR Network timeout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expected output; replace with a real screenshot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[report: PIDs, exit statuses, elapsed time — paste real run]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cat reads the sample log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grep ERROR keeps lines containing ERROR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sort arranges the matching lines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uniq -c counts consecutive identical lines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application creates the four processes, connects their stdin/stdout through pipes, and reports process IDs, exit statuses and elapsed time.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08 / Testing and Validation</a:t>
            </a:r>
            <a:endParaRPr lang="en-US" sz="3000" dirty="0"/>
          </a:p>
        </p:txBody>
      </p:sp>
      <p:graphicFrame>
        <p:nvGraphicFramePr>
          <p:cNvPr id="9" name="Te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A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A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AD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Basic execution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 "hello\n"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Displays hello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Sorting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 "c\na\nb\n" | sort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Displays sorted lines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Word counting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 "hello world\n" | wc -w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Displays 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 analysis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 data/sample.log | grep ERROR | sort | uniq -c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Counts matching error entries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Invalid command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unknowncommand | wc -l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Reports command failure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B8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Tests verify command execution, multi-stage communication, output correctness and error handling.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Automated test results (edit after running)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Passed: [__]   Failed: [__]   Total: [__]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09 / Results, Limitations and Future Scope</a:t>
            </a:r>
            <a:endParaRPr lang="en-US" sz="3000" dirty="0"/>
          </a:p>
        </p:txBody>
      </p:sp>
      <p:sp>
        <p:nvSpPr>
          <p:cNvPr id="3" name="CardAchievements"/>
          <p:cNvSpPr/>
          <p:nvPr/>
        </p:nvSpPr>
        <p:spPr>
          <a:xfrm>
            <a:off x="731520" y="1737360"/>
            <a:ext cx="3383280" cy="420624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Achievements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Multi-process command execution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Inter-process communication through pipes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Input/output redirection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Reports process execution information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Foundation for learning Linux process management</a:t>
            </a:r>
            <a:endParaRPr lang="en-US" sz="1500" dirty="0"/>
          </a:p>
        </p:txBody>
      </p:sp>
      <p:sp>
        <p:nvSpPr>
          <p:cNvPr id="6" name="CardLimitations"/>
          <p:cNvSpPr/>
          <p:nvPr/>
        </p:nvSpPr>
        <p:spPr>
          <a:xfrm>
            <a:off x="4297680" y="1737360"/>
            <a:ext cx="3383280" cy="420624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custom pipeline executor, not a complete shell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Quoting and syntax support depend on the parser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Shell variables, command substitution and advanced redirection may not be supported</a:t>
            </a:r>
            <a:endParaRPr lang="en-US" sz="1500" dirty="0"/>
          </a:p>
        </p:txBody>
      </p:sp>
      <p:sp>
        <p:nvSpPr>
          <p:cNvPr id="9" name="CardFuture Scope"/>
          <p:cNvSpPr/>
          <p:nvPr/>
        </p:nvSpPr>
        <p:spPr>
          <a:xfrm>
            <a:off x="7863840" y="1737360"/>
            <a:ext cx="3383280" cy="420624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42316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Better parser validation and error messages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More automated test cases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Execution statistics and configurable logging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Additional command syntax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Improved resource management and error handling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 / Conclusion and Team Contributions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system demonstrates fundamental operating-system concepts through a practical C application: process creation, inter-process communication, I/O redirection, command execution and process synchronization.</a:t>
            </a:r>
            <a:endParaRPr lang="en-US" sz="1800" dirty="0"/>
          </a:p>
        </p:txBody>
      </p:sp>
      <p:sp>
        <p:nvSpPr>
          <p:cNvPr id="4" name="MemberSindhuja"/>
          <p:cNvSpPr/>
          <p:nvPr/>
        </p:nvSpPr>
        <p:spPr>
          <a:xfrm>
            <a:off x="731520" y="2926080"/>
            <a:ext cx="3383280" cy="155448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063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Sindhuja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2520080045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System architecture and process-management concepts</a:t>
            </a:r>
            <a:endParaRPr lang="en-US" sz="1500" dirty="0"/>
          </a:p>
        </p:txBody>
      </p:sp>
      <p:sp>
        <p:nvSpPr>
          <p:cNvPr id="6" name="MemberJhanasri Thota"/>
          <p:cNvSpPr/>
          <p:nvPr/>
        </p:nvSpPr>
        <p:spPr>
          <a:xfrm>
            <a:off x="4297680" y="2926080"/>
            <a:ext cx="3383280" cy="155448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3063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Jhanasri Thota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2520090121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 implementation and pipeline execution</a:t>
            </a:r>
            <a:endParaRPr lang="en-US" sz="1500" dirty="0"/>
          </a:p>
        </p:txBody>
      </p:sp>
      <p:sp>
        <p:nvSpPr>
          <p:cNvPr id="8" name="MemberAlekhya"/>
          <p:cNvSpPr/>
          <p:nvPr/>
        </p:nvSpPr>
        <p:spPr>
          <a:xfrm>
            <a:off x="7863840" y="2926080"/>
            <a:ext cx="3383280" cy="1554480"/>
          </a:xfrm>
          <a:prstGeom prst="rect">
            <a:avLst/>
          </a:prstGeom>
          <a:solidFill>
            <a:srgbClr val="F8F1F1"/>
          </a:solidFill>
          <a:ln w="12700">
            <a:solidFill>
              <a:srgbClr val="D9B8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3063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Alekhya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2520090126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Testing, documentation and validation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Proposed responsibilities; update if actual contributions differ.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P1  →  P2  →  P3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5212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98480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 Maroon">
  <a:themeElements>
    <a:clrScheme name="KLH Maroon">
      <a:dk1>
        <a:srgbClr val="000000"/>
      </a:dk1>
      <a:lt1>
        <a:srgbClr val="FFFFFF"/>
      </a:lt1>
      <a:dk2>
        <a:srgbClr val="8C1D2C"/>
      </a:dk2>
      <a:lt2>
        <a:srgbClr val="F8F1F1"/>
      </a:lt2>
      <a:accent1>
        <a:srgbClr val="8C1D2C"/>
      </a:accent1>
      <a:accent2>
        <a:srgbClr val="E8A33D"/>
      </a:accent2>
      <a:accent3>
        <a:srgbClr val="5A5A5A"/>
      </a:accent3>
      <a:accent4>
        <a:srgbClr val="B5495A"/>
      </a:accent4>
      <a:accent5>
        <a:srgbClr val="7F7F7F"/>
      </a:accent5>
      <a:accent6>
        <a:srgbClr val="D9B8BC"/>
      </a:accent6>
      <a:hlink>
        <a:srgbClr val="8C1D2C"/>
      </a:hlink>
      <a:folHlink>
        <a:srgbClr val="5A5A5A"/>
      </a:folHlink>
    </a:clrScheme>
    <a:fontScheme name="KLH Maro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2026-10-17T06:19:47Z</dcterms:created>
  <dcterms:modified xsi:type="dcterms:W3CDTF">2026-10-17T06:19:47Z</dcterms:modified>
</cp:coreProperties>
</file>